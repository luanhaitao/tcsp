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9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3.svg"/><Relationship Id="rId4" Type="http://schemas.openxmlformats.org/officeDocument/2006/relationships/image" Target="../media/image1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image" Target="../media/image4.svg"/><Relationship Id="rId4" Type="http://schemas.openxmlformats.org/officeDocument/2006/relationships/image" Target="../media/image1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68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8105" y="1830705"/>
            <a:ext cx="1296035" cy="1483995"/>
          </a:xfrm>
          <a:prstGeom prst="rect">
            <a:avLst/>
          </a:prstGeom>
          <a:effectLst>
            <a:outerShdw blurRad="190500" dist="381000" dir="5400000" algn="t" rotWithShape="0">
              <a:schemeClr val="accent1">
                <a:lumMod val="50000"/>
                <a:alpha val="14000"/>
              </a:schemeClr>
            </a:outerShdw>
          </a:effectLst>
        </p:spPr>
      </p:pic>
      <p:sp>
        <p:nvSpPr>
          <p:cNvPr id="9" name="图形 3"/>
          <p:cNvSpPr/>
          <p:nvPr userDrawn="1">
            <p:custDataLst>
              <p:tags r:id="rId6"/>
            </p:custDataLst>
          </p:nvPr>
        </p:nvSpPr>
        <p:spPr>
          <a:xfrm>
            <a:off x="7743825" y="2237105"/>
            <a:ext cx="2947670" cy="2946400"/>
          </a:xfrm>
          <a:custGeom>
            <a:avLst/>
            <a:gdLst>
              <a:gd name="connsiteX0" fmla="*/ 0 w 1343025"/>
              <a:gd name="connsiteY0" fmla="*/ 670941 h 1342453"/>
              <a:gd name="connsiteX1" fmla="*/ 671513 w 1343025"/>
              <a:gd name="connsiteY1" fmla="*/ 1342454 h 1342453"/>
              <a:gd name="connsiteX2" fmla="*/ 1343025 w 1343025"/>
              <a:gd name="connsiteY2" fmla="*/ 670941 h 1342453"/>
              <a:gd name="connsiteX3" fmla="*/ 700052 w 1343025"/>
              <a:gd name="connsiteY3" fmla="*/ 24 h 1342453"/>
              <a:gd name="connsiteX4" fmla="*/ 671513 w 1343025"/>
              <a:gd name="connsiteY4" fmla="*/ 28004 h 1342453"/>
              <a:gd name="connsiteX5" fmla="*/ 671513 w 1343025"/>
              <a:gd name="connsiteY5" fmla="*/ 621698 h 1342453"/>
              <a:gd name="connsiteX6" fmla="*/ 628759 w 1343025"/>
              <a:gd name="connsiteY6" fmla="*/ 646507 h 1342453"/>
              <a:gd name="connsiteX7" fmla="*/ 113183 w 1343025"/>
              <a:gd name="connsiteY7" fmla="*/ 351852 h 1342453"/>
              <a:gd name="connsiteX8" fmla="*/ 74679 w 1343025"/>
              <a:gd name="connsiteY8" fmla="*/ 362871 h 1342453"/>
              <a:gd name="connsiteX9" fmla="*/ 0 w 1343025"/>
              <a:gd name="connsiteY9" fmla="*/ 670941 h 134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43025" h="1342453">
                <a:moveTo>
                  <a:pt x="0" y="670941"/>
                </a:moveTo>
                <a:cubicBezTo>
                  <a:pt x="0" y="1041807"/>
                  <a:pt x="300646" y="1342454"/>
                  <a:pt x="671513" y="1342454"/>
                </a:cubicBezTo>
                <a:cubicBezTo>
                  <a:pt x="1042378" y="1342454"/>
                  <a:pt x="1343025" y="1041807"/>
                  <a:pt x="1343025" y="670941"/>
                </a:cubicBezTo>
                <a:cubicBezTo>
                  <a:pt x="1343025" y="309636"/>
                  <a:pt x="1057685" y="14977"/>
                  <a:pt x="700052" y="24"/>
                </a:cubicBezTo>
                <a:cubicBezTo>
                  <a:pt x="684285" y="-635"/>
                  <a:pt x="671513" y="12222"/>
                  <a:pt x="671513" y="28004"/>
                </a:cubicBezTo>
                <a:lnTo>
                  <a:pt x="671513" y="621698"/>
                </a:lnTo>
                <a:cubicBezTo>
                  <a:pt x="671513" y="643640"/>
                  <a:pt x="647809" y="657394"/>
                  <a:pt x="628759" y="646507"/>
                </a:cubicBezTo>
                <a:lnTo>
                  <a:pt x="113183" y="351852"/>
                </a:lnTo>
                <a:cubicBezTo>
                  <a:pt x="99491" y="344026"/>
                  <a:pt x="81925" y="348863"/>
                  <a:pt x="74679" y="362871"/>
                </a:cubicBezTo>
                <a:cubicBezTo>
                  <a:pt x="26955" y="455142"/>
                  <a:pt x="0" y="559894"/>
                  <a:pt x="0" y="67094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279400" dist="444500" dir="5400000" algn="t" rotWithShape="0">
              <a:schemeClr val="accent1">
                <a:lumMod val="50000"/>
                <a:alpha val="14000"/>
              </a:schemeClr>
            </a:outerShdw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弧形 10"/>
          <p:cNvSpPr/>
          <p:nvPr userDrawn="1">
            <p:custDataLst>
              <p:tags r:id="rId7"/>
            </p:custDataLst>
          </p:nvPr>
        </p:nvSpPr>
        <p:spPr>
          <a:xfrm>
            <a:off x="7134225" y="1626870"/>
            <a:ext cx="4166870" cy="4166870"/>
          </a:xfrm>
          <a:prstGeom prst="arc">
            <a:avLst>
              <a:gd name="adj1" fmla="val 1449521"/>
              <a:gd name="adj2" fmla="val 3270358"/>
            </a:avLst>
          </a:prstGeom>
          <a:ln w="381000" cap="rnd">
            <a:solidFill>
              <a:srgbClr val="FFFFFF"/>
            </a:solidFill>
          </a:ln>
          <a:effectLst>
            <a:outerShdw blurRad="279400" dist="444500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 userDrawn="1">
            <p:custDataLst>
              <p:tags r:id="rId8"/>
            </p:custDataLst>
          </p:nvPr>
        </p:nvCxnSpPr>
        <p:spPr>
          <a:xfrm flipH="1">
            <a:off x="855345" y="4566285"/>
            <a:ext cx="6725285" cy="0"/>
          </a:xfrm>
          <a:prstGeom prst="line">
            <a:avLst/>
          </a:prstGeom>
          <a:ln w="15875">
            <a:gradFill>
              <a:gsLst>
                <a:gs pos="0">
                  <a:srgbClr val="FFFFFF"/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弧形 12"/>
          <p:cNvSpPr/>
          <p:nvPr userDrawn="1">
            <p:custDataLst>
              <p:tags r:id="rId9"/>
            </p:custDataLst>
          </p:nvPr>
        </p:nvSpPr>
        <p:spPr>
          <a:xfrm>
            <a:off x="7375525" y="1867535"/>
            <a:ext cx="3684905" cy="3684905"/>
          </a:xfrm>
          <a:prstGeom prst="arc">
            <a:avLst>
              <a:gd name="adj1" fmla="val 5982087"/>
              <a:gd name="adj2" fmla="val 9133525"/>
            </a:avLst>
          </a:prstGeom>
          <a:ln w="190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弧形 14"/>
          <p:cNvSpPr/>
          <p:nvPr userDrawn="1">
            <p:custDataLst>
              <p:tags r:id="rId10"/>
            </p:custDataLst>
          </p:nvPr>
        </p:nvSpPr>
        <p:spPr>
          <a:xfrm>
            <a:off x="7375525" y="1867535"/>
            <a:ext cx="3684905" cy="3684905"/>
          </a:xfrm>
          <a:prstGeom prst="arc">
            <a:avLst>
              <a:gd name="adj1" fmla="val 17849984"/>
              <a:gd name="adj2" fmla="val 20370785"/>
            </a:avLst>
          </a:prstGeom>
          <a:ln w="190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892800" y="2059200"/>
            <a:ext cx="5872490" cy="21888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6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92800" y="4788000"/>
            <a:ext cx="5872490" cy="5436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889200" y="1047600"/>
            <a:ext cx="5205600" cy="612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68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230000" y="720000"/>
            <a:ext cx="3729600" cy="1386000"/>
          </a:xfrm>
        </p:spPr>
        <p:txBody>
          <a:bodyPr wrap="square" lIns="90000" tIns="46800" rIns="90000" bIns="46800" anchor="ctr" anchorCtr="0">
            <a:normAutofit/>
          </a:bodyPr>
          <a:lstStyle>
            <a:lvl1pPr algn="ctr">
              <a:defRPr sz="6000" spc="3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68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9" name="图形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162300" y="1589405"/>
            <a:ext cx="1296035" cy="1483995"/>
          </a:xfrm>
          <a:prstGeom prst="rect">
            <a:avLst/>
          </a:prstGeom>
          <a:effectLst>
            <a:outerShdw blurRad="190500" dist="381000" dir="5400000" algn="t" rotWithShape="0">
              <a:schemeClr val="accent1">
                <a:lumMod val="50000"/>
                <a:alpha val="14000"/>
              </a:schemeClr>
            </a:outerShdw>
          </a:effectLst>
        </p:spPr>
      </p:pic>
      <p:sp>
        <p:nvSpPr>
          <p:cNvPr id="10" name="图形 3"/>
          <p:cNvSpPr/>
          <p:nvPr userDrawn="1">
            <p:custDataLst>
              <p:tags r:id="rId6"/>
            </p:custDataLst>
          </p:nvPr>
        </p:nvSpPr>
        <p:spPr>
          <a:xfrm flipH="1">
            <a:off x="1464945" y="1995805"/>
            <a:ext cx="2947670" cy="2946400"/>
          </a:xfrm>
          <a:custGeom>
            <a:avLst/>
            <a:gdLst>
              <a:gd name="connsiteX0" fmla="*/ 0 w 1343025"/>
              <a:gd name="connsiteY0" fmla="*/ 670941 h 1342453"/>
              <a:gd name="connsiteX1" fmla="*/ 671513 w 1343025"/>
              <a:gd name="connsiteY1" fmla="*/ 1342454 h 1342453"/>
              <a:gd name="connsiteX2" fmla="*/ 1343025 w 1343025"/>
              <a:gd name="connsiteY2" fmla="*/ 670941 h 1342453"/>
              <a:gd name="connsiteX3" fmla="*/ 700052 w 1343025"/>
              <a:gd name="connsiteY3" fmla="*/ 24 h 1342453"/>
              <a:gd name="connsiteX4" fmla="*/ 671513 w 1343025"/>
              <a:gd name="connsiteY4" fmla="*/ 28004 h 1342453"/>
              <a:gd name="connsiteX5" fmla="*/ 671513 w 1343025"/>
              <a:gd name="connsiteY5" fmla="*/ 621698 h 1342453"/>
              <a:gd name="connsiteX6" fmla="*/ 628759 w 1343025"/>
              <a:gd name="connsiteY6" fmla="*/ 646507 h 1342453"/>
              <a:gd name="connsiteX7" fmla="*/ 113183 w 1343025"/>
              <a:gd name="connsiteY7" fmla="*/ 351852 h 1342453"/>
              <a:gd name="connsiteX8" fmla="*/ 74679 w 1343025"/>
              <a:gd name="connsiteY8" fmla="*/ 362871 h 1342453"/>
              <a:gd name="connsiteX9" fmla="*/ 0 w 1343025"/>
              <a:gd name="connsiteY9" fmla="*/ 670941 h 134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43025" h="1342453">
                <a:moveTo>
                  <a:pt x="0" y="670941"/>
                </a:moveTo>
                <a:cubicBezTo>
                  <a:pt x="0" y="1041807"/>
                  <a:pt x="300646" y="1342454"/>
                  <a:pt x="671513" y="1342454"/>
                </a:cubicBezTo>
                <a:cubicBezTo>
                  <a:pt x="1042378" y="1342454"/>
                  <a:pt x="1343025" y="1041807"/>
                  <a:pt x="1343025" y="670941"/>
                </a:cubicBezTo>
                <a:cubicBezTo>
                  <a:pt x="1343025" y="309636"/>
                  <a:pt x="1057685" y="14977"/>
                  <a:pt x="700052" y="24"/>
                </a:cubicBezTo>
                <a:cubicBezTo>
                  <a:pt x="684285" y="-635"/>
                  <a:pt x="671513" y="12222"/>
                  <a:pt x="671513" y="28004"/>
                </a:cubicBezTo>
                <a:lnTo>
                  <a:pt x="671513" y="621698"/>
                </a:lnTo>
                <a:cubicBezTo>
                  <a:pt x="671513" y="643640"/>
                  <a:pt x="647809" y="657394"/>
                  <a:pt x="628759" y="646507"/>
                </a:cubicBezTo>
                <a:lnTo>
                  <a:pt x="113183" y="351852"/>
                </a:lnTo>
                <a:cubicBezTo>
                  <a:pt x="99491" y="344026"/>
                  <a:pt x="81925" y="348863"/>
                  <a:pt x="74679" y="362871"/>
                </a:cubicBezTo>
                <a:cubicBezTo>
                  <a:pt x="26955" y="455142"/>
                  <a:pt x="0" y="559894"/>
                  <a:pt x="0" y="67094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279400" dist="444500" dir="5400000" algn="t" rotWithShape="0">
              <a:schemeClr val="accent1">
                <a:lumMod val="50000"/>
                <a:alpha val="14000"/>
              </a:schemeClr>
            </a:outerShdw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弧形 10"/>
          <p:cNvSpPr/>
          <p:nvPr userDrawn="1">
            <p:custDataLst>
              <p:tags r:id="rId7"/>
            </p:custDataLst>
          </p:nvPr>
        </p:nvSpPr>
        <p:spPr>
          <a:xfrm flipH="1">
            <a:off x="855345" y="1385570"/>
            <a:ext cx="4166870" cy="4166870"/>
          </a:xfrm>
          <a:prstGeom prst="arc">
            <a:avLst>
              <a:gd name="adj1" fmla="val 1449521"/>
              <a:gd name="adj2" fmla="val 3270358"/>
            </a:avLst>
          </a:prstGeom>
          <a:ln w="381000" cap="rnd">
            <a:solidFill>
              <a:srgbClr val="FFFFFF"/>
            </a:solidFill>
          </a:ln>
          <a:effectLst>
            <a:outerShdw blurRad="279400" dist="444500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 userDrawn="1">
            <p:custDataLst>
              <p:tags r:id="rId8"/>
            </p:custDataLst>
          </p:nvPr>
        </p:nvCxnSpPr>
        <p:spPr>
          <a:xfrm>
            <a:off x="4575810" y="4324985"/>
            <a:ext cx="6725285" cy="0"/>
          </a:xfrm>
          <a:prstGeom prst="line">
            <a:avLst/>
          </a:prstGeom>
          <a:ln w="15875">
            <a:gradFill>
              <a:gsLst>
                <a:gs pos="0">
                  <a:srgbClr val="FFFFFF"/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弧形 12"/>
          <p:cNvSpPr/>
          <p:nvPr userDrawn="1">
            <p:custDataLst>
              <p:tags r:id="rId9"/>
            </p:custDataLst>
          </p:nvPr>
        </p:nvSpPr>
        <p:spPr>
          <a:xfrm flipH="1">
            <a:off x="1096010" y="1626235"/>
            <a:ext cx="3684905" cy="3684905"/>
          </a:xfrm>
          <a:prstGeom prst="arc">
            <a:avLst>
              <a:gd name="adj1" fmla="val 5982087"/>
              <a:gd name="adj2" fmla="val 9133525"/>
            </a:avLst>
          </a:prstGeom>
          <a:ln w="190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 userDrawn="1">
            <p:custDataLst>
              <p:tags r:id="rId10"/>
            </p:custDataLst>
          </p:nvPr>
        </p:nvSpPr>
        <p:spPr>
          <a:xfrm flipH="1">
            <a:off x="1096010" y="1626235"/>
            <a:ext cx="3684905" cy="3684905"/>
          </a:xfrm>
          <a:prstGeom prst="arc">
            <a:avLst>
              <a:gd name="adj1" fmla="val 17849984"/>
              <a:gd name="adj2" fmla="val 20370785"/>
            </a:avLst>
          </a:prstGeom>
          <a:ln w="190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961600" y="1432800"/>
            <a:ext cx="5025600" cy="242280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5961380" y="4665345"/>
            <a:ext cx="5025390" cy="1691005"/>
          </a:xfrm>
        </p:spPr>
        <p:txBody>
          <a:bodyPr wrap="none" anchor="t">
            <a:normAutofit/>
          </a:bodyPr>
          <a:lstStyle>
            <a:lvl1pPr marL="0" indent="0" algn="r">
              <a:buNone/>
              <a:defRPr sz="5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68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9" name="图形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197421" y="1061085"/>
            <a:ext cx="582766" cy="667015"/>
          </a:xfrm>
          <a:prstGeom prst="rect">
            <a:avLst/>
          </a:prstGeom>
          <a:effectLst>
            <a:outerShdw blurRad="190500" dist="381000" dir="5400000" algn="t" rotWithShape="0">
              <a:schemeClr val="accent1">
                <a:lumMod val="50000"/>
                <a:alpha val="14000"/>
              </a:schemeClr>
            </a:outerShdw>
          </a:effectLst>
        </p:spPr>
      </p:pic>
      <p:sp>
        <p:nvSpPr>
          <p:cNvPr id="11" name="图形 3"/>
          <p:cNvSpPr/>
          <p:nvPr>
            <p:custDataLst>
              <p:tags r:id="rId6"/>
            </p:custDataLst>
          </p:nvPr>
        </p:nvSpPr>
        <p:spPr>
          <a:xfrm flipH="1">
            <a:off x="5433815" y="1244071"/>
            <a:ext cx="1325444" cy="1324907"/>
          </a:xfrm>
          <a:custGeom>
            <a:avLst/>
            <a:gdLst>
              <a:gd name="connsiteX0" fmla="*/ 0 w 1343025"/>
              <a:gd name="connsiteY0" fmla="*/ 670941 h 1342453"/>
              <a:gd name="connsiteX1" fmla="*/ 671513 w 1343025"/>
              <a:gd name="connsiteY1" fmla="*/ 1342454 h 1342453"/>
              <a:gd name="connsiteX2" fmla="*/ 1343025 w 1343025"/>
              <a:gd name="connsiteY2" fmla="*/ 670941 h 1342453"/>
              <a:gd name="connsiteX3" fmla="*/ 700052 w 1343025"/>
              <a:gd name="connsiteY3" fmla="*/ 24 h 1342453"/>
              <a:gd name="connsiteX4" fmla="*/ 671513 w 1343025"/>
              <a:gd name="connsiteY4" fmla="*/ 28004 h 1342453"/>
              <a:gd name="connsiteX5" fmla="*/ 671513 w 1343025"/>
              <a:gd name="connsiteY5" fmla="*/ 621698 h 1342453"/>
              <a:gd name="connsiteX6" fmla="*/ 628759 w 1343025"/>
              <a:gd name="connsiteY6" fmla="*/ 646507 h 1342453"/>
              <a:gd name="connsiteX7" fmla="*/ 113183 w 1343025"/>
              <a:gd name="connsiteY7" fmla="*/ 351852 h 1342453"/>
              <a:gd name="connsiteX8" fmla="*/ 74679 w 1343025"/>
              <a:gd name="connsiteY8" fmla="*/ 362871 h 1342453"/>
              <a:gd name="connsiteX9" fmla="*/ 0 w 1343025"/>
              <a:gd name="connsiteY9" fmla="*/ 670941 h 134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43025" h="1342453">
                <a:moveTo>
                  <a:pt x="0" y="670941"/>
                </a:moveTo>
                <a:cubicBezTo>
                  <a:pt x="0" y="1041807"/>
                  <a:pt x="300646" y="1342454"/>
                  <a:pt x="671513" y="1342454"/>
                </a:cubicBezTo>
                <a:cubicBezTo>
                  <a:pt x="1042378" y="1342454"/>
                  <a:pt x="1343025" y="1041807"/>
                  <a:pt x="1343025" y="670941"/>
                </a:cubicBezTo>
                <a:cubicBezTo>
                  <a:pt x="1343025" y="309636"/>
                  <a:pt x="1057685" y="14977"/>
                  <a:pt x="700052" y="24"/>
                </a:cubicBezTo>
                <a:cubicBezTo>
                  <a:pt x="684285" y="-635"/>
                  <a:pt x="671513" y="12222"/>
                  <a:pt x="671513" y="28004"/>
                </a:cubicBezTo>
                <a:lnTo>
                  <a:pt x="671513" y="621698"/>
                </a:lnTo>
                <a:cubicBezTo>
                  <a:pt x="671513" y="643640"/>
                  <a:pt x="647809" y="657394"/>
                  <a:pt x="628759" y="646507"/>
                </a:cubicBezTo>
                <a:lnTo>
                  <a:pt x="113183" y="351852"/>
                </a:lnTo>
                <a:cubicBezTo>
                  <a:pt x="99491" y="344026"/>
                  <a:pt x="81925" y="348863"/>
                  <a:pt x="74679" y="362871"/>
                </a:cubicBezTo>
                <a:cubicBezTo>
                  <a:pt x="26955" y="455142"/>
                  <a:pt x="0" y="559894"/>
                  <a:pt x="0" y="67094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279400" dist="4445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弧形 11"/>
          <p:cNvSpPr/>
          <p:nvPr>
            <p:custDataLst>
              <p:tags r:id="rId7"/>
            </p:custDataLst>
          </p:nvPr>
        </p:nvSpPr>
        <p:spPr>
          <a:xfrm flipH="1">
            <a:off x="5268000" y="1077720"/>
            <a:ext cx="1656537" cy="1656536"/>
          </a:xfrm>
          <a:prstGeom prst="arc">
            <a:avLst>
              <a:gd name="adj1" fmla="val 17849984"/>
              <a:gd name="adj2" fmla="val 6716892"/>
            </a:avLst>
          </a:prstGeom>
          <a:ln w="190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>
            <p:custDataLst>
              <p:tags r:id="rId8"/>
            </p:custDataLst>
          </p:nvPr>
        </p:nvSpPr>
        <p:spPr>
          <a:xfrm flipH="1">
            <a:off x="5268000" y="1077720"/>
            <a:ext cx="1656537" cy="1656536"/>
          </a:xfrm>
          <a:prstGeom prst="arc">
            <a:avLst>
              <a:gd name="adj1" fmla="val 8005743"/>
              <a:gd name="adj2" fmla="val 9392907"/>
            </a:avLst>
          </a:prstGeom>
          <a:ln w="1270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9"/>
            </p:custDataLst>
          </p:nvPr>
        </p:nvSpPr>
        <p:spPr>
          <a:xfrm>
            <a:off x="2095183" y="3060065"/>
            <a:ext cx="8001635" cy="1452880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100000"/>
              </a:lnSpc>
              <a:defRPr sz="6600" spc="1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3"/>
            </p:custDataLst>
          </p:nvPr>
        </p:nvSpPr>
        <p:spPr>
          <a:xfrm>
            <a:off x="3196800" y="4708800"/>
            <a:ext cx="5796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1.xml"/><Relationship Id="rId18" Type="http://schemas.openxmlformats.org/officeDocument/2006/relationships/image" Target="../media/image6.svg"/><Relationship Id="rId17" Type="http://schemas.openxmlformats.org/officeDocument/2006/relationships/image" Target="../media/image5.png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lumMod val="80000"/>
                </a:schemeClr>
              </a:gs>
              <a:gs pos="100000">
                <a:schemeClr val="bg2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6" name="直接连接符 15"/>
          <p:cNvCxnSpPr/>
          <p:nvPr userDrawn="1">
            <p:custDataLst>
              <p:tags r:id="rId13"/>
            </p:custDataLst>
          </p:nvPr>
        </p:nvCxnSpPr>
        <p:spPr>
          <a:xfrm>
            <a:off x="666750" y="1247775"/>
            <a:ext cx="999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任意多边形 16"/>
          <p:cNvSpPr>
            <a:spLocks noChangeAspect="1"/>
          </p:cNvSpPr>
          <p:nvPr userDrawn="1">
            <p:custDataLst>
              <p:tags r:id="rId14"/>
            </p:custDataLst>
          </p:nvPr>
        </p:nvSpPr>
        <p:spPr>
          <a:xfrm>
            <a:off x="10648448" y="1248410"/>
            <a:ext cx="899795" cy="197485"/>
          </a:xfrm>
          <a:custGeom>
            <a:avLst/>
            <a:gdLst>
              <a:gd name="connsiteX0" fmla="*/ 1417 w 1417"/>
              <a:gd name="connsiteY0" fmla="*/ 0 h 311"/>
              <a:gd name="connsiteX1" fmla="*/ 1406 w 1417"/>
              <a:gd name="connsiteY1" fmla="*/ 12 h 311"/>
              <a:gd name="connsiteX2" fmla="*/ 709 w 1417"/>
              <a:gd name="connsiteY2" fmla="*/ 311 h 311"/>
              <a:gd name="connsiteX3" fmla="*/ 11 w 1417"/>
              <a:gd name="connsiteY3" fmla="*/ 12 h 311"/>
              <a:gd name="connsiteX4" fmla="*/ 0 w 1417"/>
              <a:gd name="connsiteY4" fmla="*/ 0 h 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7" h="311">
                <a:moveTo>
                  <a:pt x="1417" y="0"/>
                </a:moveTo>
                <a:lnTo>
                  <a:pt x="1406" y="12"/>
                </a:lnTo>
                <a:cubicBezTo>
                  <a:pt x="1231" y="196"/>
                  <a:pt x="983" y="311"/>
                  <a:pt x="709" y="311"/>
                </a:cubicBezTo>
                <a:cubicBezTo>
                  <a:pt x="434" y="311"/>
                  <a:pt x="186" y="196"/>
                  <a:pt x="11" y="12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 userDrawn="1">
            <p:custDataLst>
              <p:tags r:id="rId15"/>
            </p:custDataLst>
          </p:nvPr>
        </p:nvCxnSpPr>
        <p:spPr>
          <a:xfrm flipH="1" flipV="1">
            <a:off x="11542395" y="1247775"/>
            <a:ext cx="646430" cy="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形 1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161651" y="384014"/>
            <a:ext cx="358310" cy="410275"/>
          </a:xfrm>
          <a:prstGeom prst="rect">
            <a:avLst/>
          </a:prstGeom>
          <a:effectLst>
            <a:outerShdw blurRad="190500" dist="381000" dir="5400000" algn="t" rotWithShape="0">
              <a:schemeClr val="accent1">
                <a:lumMod val="50000"/>
                <a:alpha val="14000"/>
              </a:schemeClr>
            </a:outerShdw>
          </a:effectLst>
        </p:spPr>
      </p:pic>
      <p:sp>
        <p:nvSpPr>
          <p:cNvPr id="21" name="图形 3"/>
          <p:cNvSpPr/>
          <p:nvPr>
            <p:custDataLst>
              <p:tags r:id="rId19"/>
            </p:custDataLst>
          </p:nvPr>
        </p:nvSpPr>
        <p:spPr>
          <a:xfrm flipH="1">
            <a:off x="10692389" y="496370"/>
            <a:ext cx="814932" cy="814581"/>
          </a:xfrm>
          <a:custGeom>
            <a:avLst/>
            <a:gdLst>
              <a:gd name="connsiteX0" fmla="*/ 0 w 1343025"/>
              <a:gd name="connsiteY0" fmla="*/ 670941 h 1342453"/>
              <a:gd name="connsiteX1" fmla="*/ 671513 w 1343025"/>
              <a:gd name="connsiteY1" fmla="*/ 1342454 h 1342453"/>
              <a:gd name="connsiteX2" fmla="*/ 1343025 w 1343025"/>
              <a:gd name="connsiteY2" fmla="*/ 670941 h 1342453"/>
              <a:gd name="connsiteX3" fmla="*/ 700052 w 1343025"/>
              <a:gd name="connsiteY3" fmla="*/ 24 h 1342453"/>
              <a:gd name="connsiteX4" fmla="*/ 671513 w 1343025"/>
              <a:gd name="connsiteY4" fmla="*/ 28004 h 1342453"/>
              <a:gd name="connsiteX5" fmla="*/ 671513 w 1343025"/>
              <a:gd name="connsiteY5" fmla="*/ 621698 h 1342453"/>
              <a:gd name="connsiteX6" fmla="*/ 628759 w 1343025"/>
              <a:gd name="connsiteY6" fmla="*/ 646507 h 1342453"/>
              <a:gd name="connsiteX7" fmla="*/ 113183 w 1343025"/>
              <a:gd name="connsiteY7" fmla="*/ 351852 h 1342453"/>
              <a:gd name="connsiteX8" fmla="*/ 74679 w 1343025"/>
              <a:gd name="connsiteY8" fmla="*/ 362871 h 1342453"/>
              <a:gd name="connsiteX9" fmla="*/ 0 w 1343025"/>
              <a:gd name="connsiteY9" fmla="*/ 670941 h 134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43025" h="1342453">
                <a:moveTo>
                  <a:pt x="0" y="670941"/>
                </a:moveTo>
                <a:cubicBezTo>
                  <a:pt x="0" y="1041807"/>
                  <a:pt x="300646" y="1342454"/>
                  <a:pt x="671513" y="1342454"/>
                </a:cubicBezTo>
                <a:cubicBezTo>
                  <a:pt x="1042378" y="1342454"/>
                  <a:pt x="1343025" y="1041807"/>
                  <a:pt x="1343025" y="670941"/>
                </a:cubicBezTo>
                <a:cubicBezTo>
                  <a:pt x="1343025" y="309636"/>
                  <a:pt x="1057685" y="14977"/>
                  <a:pt x="700052" y="24"/>
                </a:cubicBezTo>
                <a:cubicBezTo>
                  <a:pt x="684285" y="-635"/>
                  <a:pt x="671513" y="12222"/>
                  <a:pt x="671513" y="28004"/>
                </a:cubicBezTo>
                <a:lnTo>
                  <a:pt x="671513" y="621698"/>
                </a:lnTo>
                <a:cubicBezTo>
                  <a:pt x="671513" y="643640"/>
                  <a:pt x="647809" y="657394"/>
                  <a:pt x="628759" y="646507"/>
                </a:cubicBezTo>
                <a:lnTo>
                  <a:pt x="113183" y="351852"/>
                </a:lnTo>
                <a:cubicBezTo>
                  <a:pt x="99491" y="344026"/>
                  <a:pt x="81925" y="348863"/>
                  <a:pt x="74679" y="362871"/>
                </a:cubicBezTo>
                <a:cubicBezTo>
                  <a:pt x="26955" y="455142"/>
                  <a:pt x="0" y="559894"/>
                  <a:pt x="0" y="67094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弧形 21"/>
          <p:cNvSpPr/>
          <p:nvPr>
            <p:custDataLst>
              <p:tags r:id="rId20"/>
            </p:custDataLst>
          </p:nvPr>
        </p:nvSpPr>
        <p:spPr>
          <a:xfrm flipH="1">
            <a:off x="10523855" y="327660"/>
            <a:ext cx="1152000" cy="1152000"/>
          </a:xfrm>
          <a:prstGeom prst="arc">
            <a:avLst>
              <a:gd name="adj1" fmla="val 20267492"/>
              <a:gd name="adj2" fmla="val 939666"/>
            </a:avLst>
          </a:prstGeom>
          <a:ln w="127000" cap="rnd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image" Target="../media/image7.png"/><Relationship Id="rId2" Type="http://schemas.openxmlformats.org/officeDocument/2006/relationships/tags" Target="../tags/tag108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image" Target="../media/image8.png"/><Relationship Id="rId2" Type="http://schemas.openxmlformats.org/officeDocument/2006/relationships/tags" Target="../tags/tag118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image" Target="../media/image9.png"/><Relationship Id="rId2" Type="http://schemas.openxmlformats.org/officeDocument/2006/relationships/tags" Target="../tags/tag128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image" Target="../media/image10.png"/><Relationship Id="rId2" Type="http://schemas.openxmlformats.org/officeDocument/2006/relationships/tags" Target="../tags/tag138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image" Target="../media/image11.png"/><Relationship Id="rId2" Type="http://schemas.openxmlformats.org/officeDocument/2006/relationships/tags" Target="../tags/tag148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tags" Target="../tags/tag14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image" Target="../media/image12.png"/><Relationship Id="rId2" Type="http://schemas.openxmlformats.org/officeDocument/2006/relationships/tags" Target="../tags/tag158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image" Target="../media/image13.png"/><Relationship Id="rId2" Type="http://schemas.openxmlformats.org/officeDocument/2006/relationships/tags" Target="../tags/tag168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914400" y="42519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cs typeface="微软雅黑" pitchFamily="34" charset="-120"/>
              </a:rPr>
              <a:t>版本日期：2026-04-22</a:t>
            </a:r>
            <a:endParaRPr lang="en-US" sz="1200" dirty="0">
              <a:solidFill>
                <a:schemeClr val="tx1"/>
              </a:solidFill>
              <a:cs typeface="微软雅黑" pitchFamily="34" charset="-120"/>
            </a:endParaRPr>
          </a:p>
        </p:txBody>
      </p:sp>
      <p:sp>
        <p:nvSpPr>
          <p:cNvPr id="3" name="副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2800" y="4788000"/>
            <a:ext cx="5872490" cy="5436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>
                <a:solidFill>
                  <a:schemeClr val="tx1"/>
                </a:solidFill>
              </a:rPr>
              <a:t>教师数据收集器使用培训</a:t>
            </a:r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2" name="Text 3"/>
          <p:cNvSpPr/>
          <p:nvPr>
            <p:custDataLst>
              <p:tags r:id="rId3"/>
            </p:custDataLst>
          </p:nvPr>
        </p:nvSpPr>
        <p:spPr>
          <a:xfrm>
            <a:off x="-671830" y="2816860"/>
            <a:ext cx="10241280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cs typeface="微软雅黑" pitchFamily="34" charset="-120"/>
              </a:rPr>
              <a:t>内容覆盖：修改社团信息、新增并发布学员成果、素材绑定与目录一键导入</a:t>
            </a:r>
            <a:endParaRPr lang="en-US" sz="1400" dirty="0">
              <a:solidFill>
                <a:schemeClr val="tx1"/>
              </a:solidFill>
              <a:cs typeface="微软雅黑" pitchFamily="34" charset="-120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科技社团云展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普陀区青少年教育活动中心</a:t>
            </a:r>
            <a:r>
              <a:rPr lang="en-US" altLang="zh-CN"/>
              <a:t> · </a:t>
            </a:r>
            <a:r>
              <a:rPr lang="zh-CN" altLang="en-US"/>
              <a:t>科技社团云展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培训目标与流程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548640" y="987552"/>
            <a:ext cx="111556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微软雅黑" pitchFamily="34" charset="-120"/>
              </a:rPr>
              <a:t>10分钟上手，教师可独立完成维护与发布</a:t>
            </a:r>
            <a:endParaRPr lang="en-US" sz="1400" dirty="0">
              <a:solidFill>
                <a:schemeClr val="tx1"/>
              </a:solidFill>
              <a:cs typeface="微软雅黑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731520" y="1371600"/>
            <a:ext cx="10972800" cy="43891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1051560" y="1691640"/>
            <a:ext cx="103327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1) 登录收集器并读取当前基础数据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1051560" y="2350008"/>
            <a:ext cx="103327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2) 维护社团信息（支持模板导入或逐项修改）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1051560" y="3008376"/>
            <a:ext cx="103327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3) 新增学员成果（支持批量导入、权限范围校验）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7"/>
            </p:custDataLst>
          </p:nvPr>
        </p:nvSpPr>
        <p:spPr>
          <a:xfrm>
            <a:off x="1051560" y="3666744"/>
            <a:ext cx="103327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4) 绑定素材（单文件上传或目录一键导入）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1051560" y="4325112"/>
            <a:ext cx="103327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5) 在草稿库核对后一键发布，首页即时更新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9"/>
            </p:custDataLst>
          </p:nvPr>
        </p:nvSpPr>
        <p:spPr>
          <a:xfrm>
            <a:off x="1051560" y="4983480"/>
            <a:ext cx="103327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6) 教师仅维护本人社团；管理员可全量维护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0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11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操作中若页面未更新：请先重启服务并强制刷新浏览器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步骤1. 登录与读取基础数据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2-收集器登录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850900" y="1181735"/>
            <a:ext cx="8357870" cy="5401945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输入教师姓名或管理员姓名登录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登录后点击“读取当前基础数据”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教师账号只看到本人社团数据，管理员看到全量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步骤2. 修改社团信息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3-社团信息维护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284480" y="1256665"/>
            <a:ext cx="7498080" cy="484632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可先下载社团模板（CSV）批量导入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也可逐项填写/修改社团字段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点击“保存到草稿库”后进入待发布区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步骤3. 新增学员成果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4-学员成果维护与发布前准备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688340" y="1234440"/>
            <a:ext cx="7498080" cy="484632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先选择所属社团（教师仅显示本人社团）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支持成果模板导入或手动新增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可导出“素材目录结构”模板给教师填充素材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步骤4. 绑定素材（重点）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5-素材绑定与目录导入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657860" y="1263015"/>
            <a:ext cx="7498080" cy="484632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目录命名：成果ID_成果名称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支持选择总目录，系统自动识别子目录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支持多次选目录后一次性导入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步骤5. 草稿编辑/删除与发布入口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6-草稿编辑删除与发布按钮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209550" y="1243965"/>
            <a:ext cx="7498080" cy="484632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在草稿库每条记录都可点击“编辑 / 删除”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编辑用于修改已有草稿；删除用于移除错误草稿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发布前先完成草稿核对，再点击“一键自动发布”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步骤6. 点击编辑后在哪里修改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7-点击编辑后在社团表单中修改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104775" y="1249045"/>
            <a:ext cx="7498080" cy="484632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点击草稿“编辑”后会自动跳转到对应表单页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表单字段会自动回填当前草稿内容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修改后点击“保存到草稿库”即可覆盖更新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457200" y="402463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步骤7. 发布后展示效果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pic>
        <p:nvPicPr>
          <p:cNvPr id="3" name="Image 0" descr="/Users/juehai/Documents/codex/社团展示/docs/ppt_assets/annotated/01-首页总览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7358" r="-27358"/>
          <a:stretch>
            <a:fillRect/>
          </a:stretch>
        </p:blipFill>
        <p:spPr>
          <a:xfrm>
            <a:off x="-555625" y="1234440"/>
            <a:ext cx="8117840" cy="5247005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4"/>
            </p:custDataLst>
          </p:nvPr>
        </p:nvSpPr>
        <p:spPr>
          <a:xfrm>
            <a:off x="8275320" y="1234440"/>
            <a:ext cx="3337560" cy="4846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8503920" y="14173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操作要点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8503920" y="1874520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首页自动展示最新发布数据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8503920" y="2441448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可按社团、类型、关键词筛选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• 建议发布后快速抽查封面与素材是否正常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175"/>
            <a:ext cx="7296785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操作提醒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2611755" y="548640"/>
            <a:ext cx="1419225" cy="36576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微软雅黑" pitchFamily="34" charset="-120"/>
              </a:rPr>
              <a:t>避免常见误操作</a:t>
            </a:r>
            <a:endParaRPr lang="en-US" sz="1400" dirty="0">
              <a:solidFill>
                <a:schemeClr val="tx1"/>
              </a:solidFill>
              <a:cs typeface="微软雅黑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731520" y="1234440"/>
            <a:ext cx="10972800" cy="480060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1051560" y="1645920"/>
            <a:ext cx="102412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1) 编辑：在草稿库点“编辑”后，到对应上方表单修改，再点“保存到草稿库”。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1051560" y="2468880"/>
            <a:ext cx="102412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2) 删除：在草稿库点“删除”会直接从草稿移除，请先确认再删。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1051560" y="3291840"/>
            <a:ext cx="102412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3) 发布：建议先核对草稿，再点“一键自动发布（推荐）”。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7"/>
            </p:custDataLst>
          </p:nvPr>
        </p:nvSpPr>
        <p:spPr>
          <a:xfrm>
            <a:off x="1051560" y="4114800"/>
            <a:ext cx="102412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4) 教师账号只能维护本人社团；管理员可维护全量。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1051560" y="4937760"/>
            <a:ext cx="102412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5) 若功能更新后不生效：重启服务并强制刷新浏览器。</a:t>
            </a:r>
            <a:endParaRPr lang="en-US" sz="18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10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普陀区青少年教育活动中心 · 科技社团云展教师培训</a:t>
            </a:r>
            <a:endParaRPr lang="en-US" sz="1000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微软雅黑" pitchFamily="34" charset="-120"/>
              </a:rPr>
              <a:t>常见问题与处理</a:t>
            </a:r>
            <a:endParaRPr lang="en-US" sz="3000" b="1" dirty="0">
              <a:solidFill>
                <a:schemeClr val="tx1"/>
              </a:solidFill>
              <a:latin typeface="+mj-lt"/>
              <a:ea typeface="+mj-ea"/>
              <a:cs typeface="微软雅黑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31520" y="1234440"/>
            <a:ext cx="10972800" cy="480060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051560" y="1554480"/>
            <a:ext cx="103327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Q1：模板下载后无法导入？</a:t>
            </a:r>
            <a:endParaRPr lang="en-US" sz="17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51560" y="2084832"/>
            <a:ext cx="103327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A：请使用系统下载模板，不要改表头；CSV 支持导入，填写说明在第20行后。</a:t>
            </a:r>
            <a:endParaRPr lang="en-US" sz="14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2542032"/>
            <a:ext cx="103327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Q2：素材目录导入提示不合规？</a:t>
            </a:r>
            <a:endParaRPr lang="en-US" sz="17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051560" y="3072384"/>
            <a:ext cx="103327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A：检查目录名是否“成果ID_成果名称”，并确认不是空目录。</a:t>
            </a:r>
            <a:endParaRPr lang="en-US" sz="14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051560" y="3529584"/>
            <a:ext cx="103327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Q3：教师看不到其他社团数据？</a:t>
            </a:r>
            <a:endParaRPr lang="en-US" sz="1700" b="1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1560" y="4059936"/>
            <a:ext cx="1033272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50000"/>
                    <a:hueOff val="10800000"/>
                  </a:schemeClr>
                </a:solidFill>
                <a:cs typeface="微软雅黑" pitchFamily="34" charset="-120"/>
              </a:rPr>
              <a:t>A：这是权限设计，教师仅维护本人执教社团。</a:t>
            </a:r>
            <a:endParaRPr lang="en-US" sz="1400" dirty="0">
              <a:solidFill>
                <a:schemeClr val="accent1">
                  <a:lumMod val="50000"/>
                  <a:hueOff val="10800000"/>
                </a:schemeClr>
              </a:solidFill>
              <a:cs typeface="微软雅黑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1051560" y="4517136"/>
            <a:ext cx="10332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1051560" y="5047488"/>
            <a:ext cx="10332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cs typeface="微软雅黑" pitchFamily="34" charset="-120"/>
              </a:rPr>
              <a:t>建议培训时按“登录 → 录入 → 绑定素材 → 发布”顺序现场演示一次</a:t>
            </a:r>
            <a:endParaRPr lang="en-US" sz="1000" dirty="0">
              <a:solidFill>
                <a:schemeClr val="accent1">
                  <a:lumMod val="50000"/>
                </a:schemeClr>
              </a:solidFill>
              <a:cs typeface="微软雅黑" pitchFamily="34" charset="-120"/>
            </a:endParaRPr>
          </a:p>
        </p:txBody>
      </p:sp>
    </p:spTree>
    <p:custDataLst>
      <p:tags r:id="rId1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8"/>
</p:tagLst>
</file>

<file path=ppt/tags/tag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5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"/>
</p:tagLst>
</file>

<file path=ppt/tags/tag7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8"/>
</p:tagLst>
</file>

<file path=ppt/tags/tag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96"/>
</p:tagLst>
</file>

<file path=ppt/tags/tag8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96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896"/>
  <p:tag name="KSO_WM_TEMPLATE_CATEGORY" val="custom"/>
  <p:tag name="KSO_WM_TEMPLATE_MASTER_TYPE" val="0"/>
</p:tagLst>
</file>

<file path=ppt/tags/tag89.xml><?xml version="1.0" encoding="utf-8"?>
<p:tagLst xmlns:p="http://schemas.openxmlformats.org/presentationml/2006/main">
  <p:tag name="KSO_WM_UNIT_INDEX" val="7"/>
  <p:tag name="KSO_WM_UNIT_TYPE" val="f"/>
  <p:tag name="KSO_WM_UNIT_SUBTYPE" val="c"/>
  <p:tag name="KSO_WM_BEAUTIFY_FLAG" val="#wm#"/>
</p:tagLst>
</file>

<file path=ppt/tags/tag90.xml><?xml version="1.0" encoding="utf-8"?>
<p:tagLst xmlns:p="http://schemas.openxmlformats.org/presentationml/2006/main">
  <p:tag name="KSO_WM_UNIT_TYPE" val="b"/>
  <p:tag name="KSO_WM_UNIT_INDEX" val="8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6"/>
  <p:tag name="KSO_WM_TEMPLATE_CATEGORY" val="custom"/>
  <p:tag name="KSO_WM_UNIT_ISCONTENTSTITLE" val="0"/>
  <p:tag name="KSO_WM_UNIT_TEXT_TYPE" val="1"/>
  <p:tag name="KSO_WM_UNIT_PRESET_TEXT" val="WPS,a click to unlimited possibilities"/>
</p:tagLst>
</file>

<file path=ppt/tags/tag9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6"/>
  <p:tag name="KSO_WM_TEMPLATE_CATEGORY" val="custom"/>
  <p:tag name="KSO_WM_UNIT_ISCONTENTSTITLE" val="0"/>
  <p:tag name="KSO_WM_UNIT_TEXT_TYPE" val="1"/>
  <p:tag name="KSO_WM_UNIT_PRESET_TEXT" val="单击此处编辑母版标题样式"/>
  <p:tag name="KSO_WM_UNIT_VALUE" val="16"/>
</p:tagLst>
</file>

<file path=ppt/tags/tag9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6"/>
  <p:tag name="KSO_WM_TEMPLATE_CATEGORY" val="custom"/>
  <p:tag name="KSO_WM_UNIT_VALUE" val="38"/>
  <p:tag name="KSO_WM_UNIT_PRESET_TEXT_INDEX" val="0"/>
  <p:tag name="KSO_WM_UNIT_PRESET_TEXT_LEN" val="0"/>
  <p:tag name="KSO_WM_UNIT_PRESET_TEXT" val="署名"/>
</p:tagLst>
</file>

<file path=ppt/tags/tag94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896"/>
  <p:tag name="KSO_WM_TEMPLATE_CATEGORY" val="custom"/>
  <p:tag name="KSO_WM_SLIDE_INDEX" val="1"/>
  <p:tag name="KSO_WM_SLIDE_ID" val="custom20235896_1"/>
  <p:tag name="KSO_WM_TEMPLATE_MASTER_TYPE" val="0"/>
  <p:tag name="KSO_WM_SLIDE_LAYOUT" val="a_b_f"/>
  <p:tag name="KSO_WM_SLIDE_LAYOUT_CNT" val="1_1_1"/>
</p:tagLst>
</file>

<file path=ppt/tags/tag9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9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9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0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0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0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0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08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0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1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1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1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1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2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2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2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3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3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3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3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3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4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4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4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4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5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5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5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6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6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6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6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6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7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7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7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8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8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8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85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86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18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8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9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9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9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896"/>
  <p:tag name="KSO_WM_TEMPLATE_CATEGORY" val="custom"/>
  <p:tag name="KSO_WM_SLIDE_INDEX" val="8"/>
  <p:tag name="KSO_WM_SLIDE_ID" val="custom2023589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1_简约风数据分析职场办公">
  <a:themeElements>
    <a:clrScheme name="自定义 323">
      <a:dk1>
        <a:srgbClr val="000000"/>
      </a:dk1>
      <a:lt1>
        <a:srgbClr val="FFFFFF"/>
      </a:lt1>
      <a:dk2>
        <a:srgbClr val="3A561A"/>
      </a:dk2>
      <a:lt2>
        <a:srgbClr val="FBFDF8"/>
      </a:lt2>
      <a:accent1>
        <a:srgbClr val="92D050"/>
      </a:accent1>
      <a:accent2>
        <a:srgbClr val="45C163"/>
      </a:accent2>
      <a:accent3>
        <a:srgbClr val="00AF78"/>
      </a:accent3>
      <a:accent4>
        <a:srgbClr val="009B8B"/>
      </a:accent4>
      <a:accent5>
        <a:srgbClr val="008697"/>
      </a:accent5>
      <a:accent6>
        <a:srgbClr val="00709B"/>
      </a:accent6>
      <a:hlink>
        <a:srgbClr val="0563C1"/>
      </a:hlink>
      <a:folHlink>
        <a:srgbClr val="954D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1312</Words>
  <Application>WPS 表格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宋体</vt:lpstr>
      <vt:lpstr>Arial Unicode MS</vt:lpstr>
      <vt:lpstr>Calibri</vt:lpstr>
      <vt:lpstr>Helvetica Neue</vt:lpstr>
      <vt:lpstr>等线</vt:lpstr>
      <vt:lpstr>汉仪中等线KW</vt:lpstr>
      <vt:lpstr>汉仪书宋二KW</vt:lpstr>
      <vt:lpstr>1_简约风数据分析职场办公</vt:lpstr>
      <vt:lpstr>科技社团云展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普陀区青少年教育活动中心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教师数据收集器使用培训</dc:title>
  <dc:creator>TCSP</dc:creator>
  <dc:subject>教师数据收集器培训</dc:subject>
  <cp:lastModifiedBy>普陀青中心</cp:lastModifiedBy>
  <cp:revision>6</cp:revision>
  <dcterms:created xsi:type="dcterms:W3CDTF">2026-04-22T03:58:10Z</dcterms:created>
  <dcterms:modified xsi:type="dcterms:W3CDTF">2026-04-22T03:58:10Z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9F8BCEF9439498EFEB43E869733BCF98_42</vt:lpwstr>
  </property>
  <property fmtid="{D5CDD505-2E9C-101B-9397-08002B2CF9AE}" pid="3" name="KSOProductBuildVer">
    <vt:lpwstr>2052-12.1.25867.25867</vt:lpwstr>
  </property>
</Properties>
</file>